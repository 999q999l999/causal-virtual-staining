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2" d="100"/>
          <a:sy n="152" d="100"/>
        </p:scale>
        <p:origin x="618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EE5985-BCA9-4DEA-B7CC-1546A72DC2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BBF5F0D-B724-4737-AF26-D26DB35105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FFA20D7-5AE9-4930-918C-5CD922A8A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D9950-6CE1-457E-8F39-C3C1A804639B}" type="datetimeFigureOut">
              <a:rPr lang="zh-CN" altLang="en-US" smtClean="0"/>
              <a:t>2026/9/30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AE6D89F-1467-436F-8D18-6F9CFD0815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A249F54-2039-4CF5-9555-8D102DAB00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06135-F005-4748-B66E-ED3CCC99D6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59357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FC6E99-4E5D-4E9E-8776-88628F0CE2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7BC40BA-E739-4A76-B55C-3D373C7D49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CEC0A26-B33F-4358-B607-ED66318BE2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D9950-6CE1-457E-8F39-C3C1A804639B}" type="datetimeFigureOut">
              <a:rPr lang="zh-CN" altLang="en-US" smtClean="0"/>
              <a:t>2026/9/30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579AA99-31E4-4A7A-95FE-F046ED44D2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26155A1-65A3-4D16-A436-BADC6C695B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06135-F005-4748-B66E-ED3CCC99D6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53654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17E791-30A3-4F29-85A1-2E0F3A0B6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A05E51B-7A15-49A9-ABE0-260E6A7675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F591F86-380E-426E-BC9A-CA5FED1D2C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D9950-6CE1-457E-8F39-C3C1A804639B}" type="datetimeFigureOut">
              <a:rPr lang="zh-CN" altLang="en-US" smtClean="0"/>
              <a:t>2026/9/30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F4F6C56-DC03-493F-A8ED-5712D8F88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84DDB30-DE60-40AC-AE0E-7A1E5061B1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06135-F005-4748-B66E-ED3CCC99D6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14032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8D8169-9A83-4FDF-B889-C182953052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98B2E31-93DA-4BBC-AF3D-1DA3F1ABA6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FFEFD94-CF1A-4F1F-A4BA-F64A46081F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7165C68-4DDA-4EF9-A335-C3125209C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D9950-6CE1-457E-8F39-C3C1A804639B}" type="datetimeFigureOut">
              <a:rPr lang="zh-CN" altLang="en-US" smtClean="0"/>
              <a:t>2026/9/30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D7DA4E9-8B4F-45AF-8571-D5D2333F26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2459048-A21B-4F73-9F4A-B777A49ED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06135-F005-4748-B66E-ED3CCC99D6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55916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A9B5E9F-EA03-40FA-B74A-1437D6E3D4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AFB7B18-8621-48E0-BF22-CE21CE219E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CB0F980-629B-459E-9EED-DE0C676DDE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9448427-397D-4086-BB2E-4C72359A2E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349D98F-2D33-48F1-8266-10DD1D7A6D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30B193C-A6B3-4947-9E16-FA29A448C2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D9950-6CE1-457E-8F39-C3C1A804639B}" type="datetimeFigureOut">
              <a:rPr lang="zh-CN" altLang="en-US" smtClean="0"/>
              <a:t>2026/9/30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7E91D7BD-D9B5-41F4-92B4-CC3C39185F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5F7489C-FB1D-429F-8257-DEE65F5455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06135-F005-4748-B66E-ED3CCC99D6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98753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8AEE35-9F40-450D-90AE-B469A2A71B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4A68F25-5804-4B44-BD80-5B6F5C4D3B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D9950-6CE1-457E-8F39-C3C1A804639B}" type="datetimeFigureOut">
              <a:rPr lang="zh-CN" altLang="en-US" smtClean="0"/>
              <a:t>2026/9/30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39B2F57-9E23-4C8B-B538-0919C2B3E7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B460A91-86E1-4E8E-B33D-104CBFE975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06135-F005-4748-B66E-ED3CCC99D6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62282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648D714-40D8-4647-82E7-1C4E3C14C8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D9950-6CE1-457E-8F39-C3C1A804639B}" type="datetimeFigureOut">
              <a:rPr lang="zh-CN" altLang="en-US" smtClean="0"/>
              <a:t>2026/9/30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EADDCF9-4CD4-4FD8-A19C-F58E8C0A04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4FC6690-387B-45A1-8F54-84E0865E9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06135-F005-4748-B66E-ED3CCC99D6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53383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34F8AB-44E5-49C9-9E80-29AF943EF0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F1510DB-CCC7-49AA-BCD3-E14FC3D335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52329B1-B8AE-4E36-9A44-33175FB09F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99AD480-2A75-45EF-9C26-C55FBD5F46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D9950-6CE1-457E-8F39-C3C1A804639B}" type="datetimeFigureOut">
              <a:rPr lang="zh-CN" altLang="en-US" smtClean="0"/>
              <a:t>2026/9/30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2B2A849-219E-48DA-8AC0-D4C08A9C9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F2070B8-AF3B-4CD4-84D4-DBD4F9FC59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06135-F005-4748-B66E-ED3CCC99D6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06251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849491-49F1-4750-A292-D1F2F7CE93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4A932B4-B598-443E-B233-C8E1A347EDF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C5877C-D6FF-479D-96A4-8BB1FD0CBA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F98965A-7BD6-4D09-8A69-31CFE134A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D9950-6CE1-457E-8F39-C3C1A804639B}" type="datetimeFigureOut">
              <a:rPr lang="zh-CN" altLang="en-US" smtClean="0"/>
              <a:t>2026/9/30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C72B955-E476-4E9B-A440-DEEAADC1D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18A9031-0810-4160-8137-59F734F077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06135-F005-4748-B66E-ED3CCC99D6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75069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5C2176-4A60-4702-9FC7-9BC596F019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5BF499D-5E05-4BF8-AC5C-506DECAD02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4ACC080-BA6E-4DA1-BED1-25E07D56F2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D9950-6CE1-457E-8F39-C3C1A804639B}" type="datetimeFigureOut">
              <a:rPr lang="zh-CN" altLang="en-US" smtClean="0"/>
              <a:t>2026/9/30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669E5B5-CAAC-4851-9D8D-412D64ACFE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7FC2811-49DB-44C5-B1B0-9226B43BE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06135-F005-4748-B66E-ED3CCC99D6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2873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F8B0CDF2-53FE-4285-87F0-69333B4641E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441F0BF-40DB-4A96-BE7D-6D22199DB9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7068473-5060-4537-B1F0-3CCB101A3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D9950-6CE1-457E-8F39-C3C1A804639B}" type="datetimeFigureOut">
              <a:rPr lang="zh-CN" altLang="en-US" smtClean="0"/>
              <a:t>2026/9/30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2D4FFEE-9E60-4EC1-91B4-9DC814C44A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B9F003C-1D03-4CE3-BF71-5E103A2DB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06135-F005-4748-B66E-ED3CCC99D6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40290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143DC93-7F00-4FA6-A9F4-F45CD7B9A2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89C0BD4-0394-40B8-97EF-BED053E951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5F1360E-BB44-4F2E-B13E-3E7003C54C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5D9950-6CE1-457E-8F39-C3C1A804639B}" type="datetimeFigureOut">
              <a:rPr lang="zh-CN" altLang="en-US" smtClean="0"/>
              <a:t>2026/9/30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5896FF4-2B14-4E00-8774-7A8F9DAAFC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32664D7-233A-458F-AD3F-E44C5595B4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506135-F005-4748-B66E-ED3CCC99D6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18813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g"/><Relationship Id="rId4" Type="http://schemas.openxmlformats.org/officeDocument/2006/relationships/image" Target="../media/image3.png"/><Relationship Id="rId9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470078B8-25C7-4054-A054-91468E8BCB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77" y="740276"/>
            <a:ext cx="1260000" cy="126000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F5629BF2-2298-4470-BF81-F657A9FBD84F}"/>
              </a:ext>
            </a:extLst>
          </p:cNvPr>
          <p:cNvSpPr txBox="1"/>
          <p:nvPr/>
        </p:nvSpPr>
        <p:spPr>
          <a:xfrm>
            <a:off x="429539" y="495082"/>
            <a:ext cx="6223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latin typeface="Arial" panose="020B0604020202020204" pitchFamily="34" charset="0"/>
                <a:cs typeface="Arial" panose="020B0604020202020204" pitchFamily="34" charset="0"/>
              </a:rPr>
              <a:t>Input</a:t>
            </a:r>
            <a:endParaRPr lang="zh-CN" alt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12A6DFD0-E73A-4F1A-8316-B4C7CEFB57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3131" y="740276"/>
            <a:ext cx="1260000" cy="1260000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F6A66154-E02C-4745-9693-C53C6F511132}"/>
              </a:ext>
            </a:extLst>
          </p:cNvPr>
          <p:cNvSpPr txBox="1"/>
          <p:nvPr/>
        </p:nvSpPr>
        <p:spPr>
          <a:xfrm>
            <a:off x="1464112" y="495082"/>
            <a:ext cx="11465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latin typeface="Arial" panose="020B0604020202020204" pitchFamily="34" charset="0"/>
                <a:cs typeface="Arial" panose="020B0604020202020204" pitchFamily="34" charset="0"/>
              </a:rPr>
              <a:t>Ground Truth</a:t>
            </a:r>
            <a:endParaRPr lang="zh-CN" alt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D19DF93B-4434-4072-AA82-F482FA06A49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0485" y="740276"/>
            <a:ext cx="1260000" cy="1260000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F90459AB-5EB9-4847-BEF8-90855F2605EE}"/>
              </a:ext>
            </a:extLst>
          </p:cNvPr>
          <p:cNvSpPr txBox="1"/>
          <p:nvPr/>
        </p:nvSpPr>
        <p:spPr>
          <a:xfrm>
            <a:off x="2958326" y="495082"/>
            <a:ext cx="7922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latin typeface="Arial" panose="020B0604020202020204" pitchFamily="34" charset="0"/>
                <a:cs typeface="Arial" panose="020B0604020202020204" pitchFamily="34" charset="0"/>
              </a:rPr>
              <a:t>ASP</a:t>
            </a:r>
            <a:endParaRPr lang="zh-CN" alt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0C633C38-39EE-45BD-B498-6ED18406F72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7839" y="740276"/>
            <a:ext cx="1260000" cy="1260000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FC580104-60E1-4440-8C40-CEFB1976F835}"/>
              </a:ext>
            </a:extLst>
          </p:cNvPr>
          <p:cNvSpPr txBox="1"/>
          <p:nvPr/>
        </p:nvSpPr>
        <p:spPr>
          <a:xfrm>
            <a:off x="4138618" y="495082"/>
            <a:ext cx="11465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latin typeface="Arial" panose="020B0604020202020204" pitchFamily="34" charset="0"/>
                <a:cs typeface="Arial" panose="020B0604020202020204" pitchFamily="34" charset="0"/>
              </a:rPr>
              <a:t>SIM-GAN</a:t>
            </a:r>
            <a:endParaRPr lang="zh-CN" alt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8CC58166-E893-402A-8D9B-9FE6CD602EA9}"/>
              </a:ext>
            </a:extLst>
          </p:cNvPr>
          <p:cNvSpPr txBox="1"/>
          <p:nvPr/>
        </p:nvSpPr>
        <p:spPr>
          <a:xfrm>
            <a:off x="5319158" y="495082"/>
            <a:ext cx="12760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latin typeface="Arial" panose="020B0604020202020204" pitchFamily="34" charset="0"/>
                <a:cs typeface="Arial" panose="020B0604020202020204" pitchFamily="34" charset="0"/>
              </a:rPr>
              <a:t>PyramidPix2pix</a:t>
            </a:r>
            <a:endParaRPr lang="zh-CN" alt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6F0C4A8-59CA-47CE-914B-11B981EB91C5}"/>
              </a:ext>
            </a:extLst>
          </p:cNvPr>
          <p:cNvSpPr txBox="1"/>
          <p:nvPr/>
        </p:nvSpPr>
        <p:spPr>
          <a:xfrm>
            <a:off x="6635420" y="495082"/>
            <a:ext cx="12760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latin typeface="Arial" panose="020B0604020202020204" pitchFamily="34" charset="0"/>
                <a:cs typeface="Arial" panose="020B0604020202020204" pitchFamily="34" charset="0"/>
              </a:rPr>
              <a:t>Pix2pix</a:t>
            </a:r>
            <a:endParaRPr lang="zh-CN" alt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5" name="图片 24">
            <a:extLst>
              <a:ext uri="{FF2B5EF4-FFF2-40B4-BE49-F238E27FC236}">
                <a16:creationId xmlns:a16="http://schemas.microsoft.com/office/drawing/2014/main" id="{6D75533E-5674-4269-9418-BBC07A65148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5193" y="740276"/>
            <a:ext cx="1260000" cy="1260000"/>
          </a:xfrm>
          <a:prstGeom prst="rect">
            <a:avLst/>
          </a:prstGeom>
        </p:spPr>
      </p:pic>
      <p:pic>
        <p:nvPicPr>
          <p:cNvPr id="27" name="图片 26">
            <a:extLst>
              <a:ext uri="{FF2B5EF4-FFF2-40B4-BE49-F238E27FC236}">
                <a16:creationId xmlns:a16="http://schemas.microsoft.com/office/drawing/2014/main" id="{896C97BC-682E-4597-BAD0-CFF614E8B6D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2547" y="740276"/>
            <a:ext cx="1260000" cy="1260000"/>
          </a:xfrm>
          <a:prstGeom prst="rect">
            <a:avLst/>
          </a:prstGeom>
        </p:spPr>
      </p:pic>
      <p:pic>
        <p:nvPicPr>
          <p:cNvPr id="29" name="图片 28">
            <a:extLst>
              <a:ext uri="{FF2B5EF4-FFF2-40B4-BE49-F238E27FC236}">
                <a16:creationId xmlns:a16="http://schemas.microsoft.com/office/drawing/2014/main" id="{E7E1580B-28AB-48B8-97E9-0B03920C867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57255" y="740276"/>
            <a:ext cx="1260000" cy="1260000"/>
          </a:xfrm>
          <a:prstGeom prst="rect">
            <a:avLst/>
          </a:prstGeom>
        </p:spPr>
      </p:pic>
      <p:pic>
        <p:nvPicPr>
          <p:cNvPr id="31" name="图片 30">
            <a:extLst>
              <a:ext uri="{FF2B5EF4-FFF2-40B4-BE49-F238E27FC236}">
                <a16:creationId xmlns:a16="http://schemas.microsoft.com/office/drawing/2014/main" id="{927AE599-4C1C-4FF7-8230-2A6CA879397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49901" y="740276"/>
            <a:ext cx="1260000" cy="1260000"/>
          </a:xfrm>
          <a:prstGeom prst="rect">
            <a:avLst/>
          </a:prstGeom>
        </p:spPr>
      </p:pic>
      <p:pic>
        <p:nvPicPr>
          <p:cNvPr id="33" name="图片 32">
            <a:extLst>
              <a:ext uri="{FF2B5EF4-FFF2-40B4-BE49-F238E27FC236}">
                <a16:creationId xmlns:a16="http://schemas.microsoft.com/office/drawing/2014/main" id="{ABA1E5C8-3554-4657-B180-2ADE3A4C9AC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64610" y="727138"/>
            <a:ext cx="1260000" cy="1260000"/>
          </a:xfrm>
          <a:prstGeom prst="rect">
            <a:avLst/>
          </a:prstGeom>
        </p:spPr>
      </p:pic>
      <p:sp>
        <p:nvSpPr>
          <p:cNvPr id="36" name="文本框 35">
            <a:extLst>
              <a:ext uri="{FF2B5EF4-FFF2-40B4-BE49-F238E27FC236}">
                <a16:creationId xmlns:a16="http://schemas.microsoft.com/office/drawing/2014/main" id="{514A0D1F-1D53-4CC8-8142-1328B43B4576}"/>
              </a:ext>
            </a:extLst>
          </p:cNvPr>
          <p:cNvSpPr txBox="1"/>
          <p:nvPr/>
        </p:nvSpPr>
        <p:spPr>
          <a:xfrm>
            <a:off x="9283935" y="495082"/>
            <a:ext cx="12066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latin typeface="Arial" panose="020B0604020202020204" pitchFamily="34" charset="0"/>
                <a:cs typeface="Arial" panose="020B0604020202020204" pitchFamily="34" charset="0"/>
              </a:rPr>
              <a:t>Pix2pix w/ ours</a:t>
            </a:r>
            <a:endParaRPr lang="zh-CN" alt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059D033C-A8F8-486B-A84B-0AD6E0AA510B}"/>
              </a:ext>
            </a:extLst>
          </p:cNvPr>
          <p:cNvSpPr txBox="1"/>
          <p:nvPr/>
        </p:nvSpPr>
        <p:spPr>
          <a:xfrm>
            <a:off x="10264572" y="495082"/>
            <a:ext cx="18600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latin typeface="Arial" panose="020B0604020202020204" pitchFamily="34" charset="0"/>
                <a:cs typeface="Arial" panose="020B0604020202020204" pitchFamily="34" charset="0"/>
              </a:rPr>
              <a:t>Pix2pixHD w/ ours</a:t>
            </a:r>
            <a:endParaRPr lang="zh-CN" alt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BB58F181-A808-4D94-B858-7FFCC0319D7B}"/>
              </a:ext>
            </a:extLst>
          </p:cNvPr>
          <p:cNvSpPr txBox="1"/>
          <p:nvPr/>
        </p:nvSpPr>
        <p:spPr>
          <a:xfrm>
            <a:off x="8058758" y="495082"/>
            <a:ext cx="10531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latin typeface="Arial" panose="020B0604020202020204" pitchFamily="34" charset="0"/>
                <a:cs typeface="Arial" panose="020B0604020202020204" pitchFamily="34" charset="0"/>
              </a:rPr>
              <a:t>Pix2pixHD</a:t>
            </a:r>
            <a:endParaRPr lang="zh-CN" alt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07466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</Words>
  <Application>Microsoft Office PowerPoint</Application>
  <PresentationFormat>宽屏</PresentationFormat>
  <Paragraphs>9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weiping</dc:creator>
  <cp:lastModifiedBy>weiping</cp:lastModifiedBy>
  <cp:revision>2</cp:revision>
  <dcterms:created xsi:type="dcterms:W3CDTF">2026-09-28T13:53:47Z</dcterms:created>
  <dcterms:modified xsi:type="dcterms:W3CDTF">2026-09-30T13:20:27Z</dcterms:modified>
</cp:coreProperties>
</file>