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E5985-BCA9-4DEA-B7CC-1546A72DC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BF5F0D-B724-4737-AF26-D26DB3510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FA20D7-5AE9-4930-918C-5CD922A8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E6D89F-1467-436F-8D18-6F9CFD081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249F54-2039-4CF5-9555-8D102DAB0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593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FC6E99-4E5D-4E9E-8776-88628F0C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C40BA-E739-4A76-B55C-3D373C7D4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EC0A26-B33F-4358-B607-ED66318B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79AA99-31E4-4A7A-95FE-F046ED44D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6155A1-65A3-4D16-A436-BADC6C69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365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7E791-30A3-4F29-85A1-2E0F3A0B6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05E51B-7A15-49A9-ABE0-260E6A767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591F86-380E-426E-BC9A-CA5FED1D2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4F6C56-DC03-493F-A8ED-5712D8F88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4DDB30-DE60-40AC-AE0E-7A1E5061B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40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D8169-9A83-4FDF-B889-C18295305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8B2E31-93DA-4BBC-AF3D-1DA3F1ABA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FEFD94-CF1A-4F1F-A4BA-F64A46081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165C68-4DDA-4EF9-A335-C3125209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7DA4E9-8B4F-45AF-8571-D5D2333F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459048-A21B-4F73-9F4A-B777A49E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559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B5E9F-EA03-40FA-B74A-1437D6E3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FB7B18-8621-48E0-BF22-CE21CE219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B0F980-629B-459E-9EED-DE0C676DD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448427-397D-4086-BB2E-4C72359A2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349D98F-2D33-48F1-8266-10DD1D7A6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30B193C-A6B3-4947-9E16-FA29A448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E91D7BD-D9B5-41F4-92B4-CC3C39185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F7489C-FB1D-429F-8257-DEE65F54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87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8AEE35-9F40-450D-90AE-B469A2A71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A68F25-5804-4B44-BD80-5B6F5C4D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9B2F57-9E23-4C8B-B538-0919C2B3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460A91-86E1-4E8E-B33D-104CBFE9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22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48D714-40D8-4647-82E7-1C4E3C14C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ADDCF9-4CD4-4FD8-A19C-F58E8C0A0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FC6690-387B-45A1-8F54-84E0865E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38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4F8AB-44E5-49C9-9E80-29AF943E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1510DB-CCC7-49AA-BCD3-E14FC3D33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2329B1-B8AE-4E36-9A44-33175FB09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9AD480-2A75-45EF-9C26-C55FBD5F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B2A849-219E-48DA-8AC0-D4C08A9C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2070B8-AF3B-4CD4-84D4-DBD4F9FC5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625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849491-49F1-4750-A292-D1F2F7CE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A932B4-B598-443E-B233-C8E1A347ED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C5877C-D6FF-479D-96A4-8BB1FD0CB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98965A-7BD6-4D09-8A69-31CFE134A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72B955-E476-4E9B-A440-DEEAADC1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8A9031-0810-4160-8137-59F734F0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506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5C2176-4A60-4702-9FC7-9BC596F01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BF499D-5E05-4BF8-AC5C-506DECAD0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ACC080-BA6E-4DA1-BED1-25E07D56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69E5B5-CAAC-4851-9D8D-412D64AC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FC2811-49DB-44C5-B1B0-9226B43B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8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B0CDF2-53FE-4285-87F0-69333B464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41F0BF-40DB-4A96-BE7D-6D22199DB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68473-5060-4537-B1F0-3CCB101A3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D4FFEE-9E60-4EC1-91B4-9DC814C4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9F003C-1D03-4CE3-BF71-5E103A2D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029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143DC93-7F00-4FA6-A9F4-F45CD7B9A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9C0BD4-0394-40B8-97EF-BED053E95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F1360E-BB44-4F2E-B13E-3E7003C54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D9950-6CE1-457E-8F39-C3C1A804639B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896FF4-2B14-4E00-8774-7A8F9DAAF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2664D7-233A-458F-AD3F-E44C5595B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06135-F005-4748-B66E-ED3CCC99D6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88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5629BF2-2298-4470-BF81-F657A9FBD84F}"/>
              </a:ext>
            </a:extLst>
          </p:cNvPr>
          <p:cNvSpPr txBox="1"/>
          <p:nvPr/>
        </p:nvSpPr>
        <p:spPr>
          <a:xfrm>
            <a:off x="429539" y="1813074"/>
            <a:ext cx="6223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A66154-E02C-4745-9693-C53C6F511132}"/>
              </a:ext>
            </a:extLst>
          </p:cNvPr>
          <p:cNvSpPr txBox="1"/>
          <p:nvPr/>
        </p:nvSpPr>
        <p:spPr>
          <a:xfrm>
            <a:off x="1464112" y="1813074"/>
            <a:ext cx="1146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Ground Truth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90459AB-5EB9-4847-BEF8-90855F2605EE}"/>
              </a:ext>
            </a:extLst>
          </p:cNvPr>
          <p:cNvSpPr txBox="1"/>
          <p:nvPr/>
        </p:nvSpPr>
        <p:spPr>
          <a:xfrm>
            <a:off x="2958326" y="1813074"/>
            <a:ext cx="792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ASP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C580104-60E1-4440-8C40-CEFB1976F835}"/>
              </a:ext>
            </a:extLst>
          </p:cNvPr>
          <p:cNvSpPr txBox="1"/>
          <p:nvPr/>
        </p:nvSpPr>
        <p:spPr>
          <a:xfrm>
            <a:off x="4138618" y="1813074"/>
            <a:ext cx="1146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SIM-GAN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CC58166-E893-402A-8D9B-9FE6CD602EA9}"/>
              </a:ext>
            </a:extLst>
          </p:cNvPr>
          <p:cNvSpPr txBox="1"/>
          <p:nvPr/>
        </p:nvSpPr>
        <p:spPr>
          <a:xfrm>
            <a:off x="5319158" y="1813074"/>
            <a:ext cx="1276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PyramidPix2pix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F0C4A8-59CA-47CE-914B-11B981EB91C5}"/>
              </a:ext>
            </a:extLst>
          </p:cNvPr>
          <p:cNvSpPr txBox="1"/>
          <p:nvPr/>
        </p:nvSpPr>
        <p:spPr>
          <a:xfrm>
            <a:off x="6635420" y="1813074"/>
            <a:ext cx="12760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Pix2pix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CA2C8512-5975-493D-B536-959E6454C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7" y="2066055"/>
            <a:ext cx="1260000" cy="12600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514A0D1F-1D53-4CC8-8142-1328B43B4576}"/>
              </a:ext>
            </a:extLst>
          </p:cNvPr>
          <p:cNvSpPr txBox="1"/>
          <p:nvPr/>
        </p:nvSpPr>
        <p:spPr>
          <a:xfrm>
            <a:off x="9283935" y="1813074"/>
            <a:ext cx="1206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Pix2pix w/ ours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59D033C-A8F8-486B-A84B-0AD6E0AA510B}"/>
              </a:ext>
            </a:extLst>
          </p:cNvPr>
          <p:cNvSpPr txBox="1"/>
          <p:nvPr/>
        </p:nvSpPr>
        <p:spPr>
          <a:xfrm>
            <a:off x="10264572" y="1813074"/>
            <a:ext cx="18600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Pix2pixHD w/ ours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B58F181-A808-4D94-B858-7FFCC0319D7B}"/>
              </a:ext>
            </a:extLst>
          </p:cNvPr>
          <p:cNvSpPr txBox="1"/>
          <p:nvPr/>
        </p:nvSpPr>
        <p:spPr>
          <a:xfrm>
            <a:off x="8058758" y="1813074"/>
            <a:ext cx="10531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Pix2pixHD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1DB8C699-88D8-49A6-8801-C0AF57C09A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131" y="2066055"/>
            <a:ext cx="1260000" cy="12600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ECDD39CD-248E-428D-8E10-A5F2C9688A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485" y="2066055"/>
            <a:ext cx="1260000" cy="12600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0191D6FB-A2B5-4BDD-B895-4A4CB271D5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839" y="2066055"/>
            <a:ext cx="1260000" cy="12600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9198E2B3-DCAB-4A7E-B95C-6F94C14085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193" y="2066055"/>
            <a:ext cx="1260000" cy="1260000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41284D6F-5723-408C-ACF2-1C34881A95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547" y="2066055"/>
            <a:ext cx="1260000" cy="1260000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D473528C-F994-484B-AF59-8229B7251B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255" y="2066055"/>
            <a:ext cx="1260000" cy="126000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20D3550E-1CB6-423A-86A7-4C3C843159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9901" y="2066055"/>
            <a:ext cx="1260000" cy="1260000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D430EABD-753E-4988-B9F0-B89348B46A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4610" y="2066055"/>
            <a:ext cx="126000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746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weiping</dc:creator>
  <cp:lastModifiedBy>weiping</cp:lastModifiedBy>
  <cp:revision>2</cp:revision>
  <dcterms:created xsi:type="dcterms:W3CDTF">2026-09-28T13:53:47Z</dcterms:created>
  <dcterms:modified xsi:type="dcterms:W3CDTF">2026-09-30T13:21:32Z</dcterms:modified>
</cp:coreProperties>
</file>