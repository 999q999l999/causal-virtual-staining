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E5985-BCA9-4DEA-B7CC-1546A72DC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BF5F0D-B724-4737-AF26-D26DB3510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FA20D7-5AE9-4930-918C-5CD922A8A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E6D89F-1467-436F-8D18-6F9CFD081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249F54-2039-4CF5-9555-8D102DAB0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935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C6E99-4E5D-4E9E-8776-88628F0CE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C40BA-E739-4A76-B55C-3D373C7D4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EC0A26-B33F-4358-B607-ED66318B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79AA99-31E4-4A7A-95FE-F046ED44D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6155A1-65A3-4D16-A436-BADC6C69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365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17E791-30A3-4F29-85A1-2E0F3A0B6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05E51B-7A15-49A9-ABE0-260E6A767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591F86-380E-426E-BC9A-CA5FED1D2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4F6C56-DC03-493F-A8ED-5712D8F88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4DDB30-DE60-40AC-AE0E-7A1E5061B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40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D8169-9A83-4FDF-B889-C18295305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8B2E31-93DA-4BBC-AF3D-1DA3F1ABA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FEFD94-CF1A-4F1F-A4BA-F64A46081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165C68-4DDA-4EF9-A335-C3125209C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7DA4E9-8B4F-45AF-8571-D5D2333F2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459048-A21B-4F73-9F4A-B777A49ED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59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B5E9F-EA03-40FA-B74A-1437D6E3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FB7B18-8621-48E0-BF22-CE21CE219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B0F980-629B-459E-9EED-DE0C676DD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448427-397D-4086-BB2E-4C72359A2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349D98F-2D33-48F1-8266-10DD1D7A6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30B193C-A6B3-4947-9E16-FA29A448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E91D7BD-D9B5-41F4-92B4-CC3C3918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5F7489C-FB1D-429F-8257-DEE65F54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875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AEE35-9F40-450D-90AE-B469A2A71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4A68F25-5804-4B44-BD80-5B6F5C4D3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39B2F57-9E23-4C8B-B538-0919C2B3E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460A91-86E1-4E8E-B33D-104CBFE9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228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48D714-40D8-4647-82E7-1C4E3C14C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ADDCF9-4CD4-4FD8-A19C-F58E8C0A0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FC6690-387B-45A1-8F54-84E0865E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38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4F8AB-44E5-49C9-9E80-29AF943EF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1510DB-CCC7-49AA-BCD3-E14FC3D33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2329B1-B8AE-4E36-9A44-33175FB09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9AD480-2A75-45EF-9C26-C55FBD5F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B2A849-219E-48DA-8AC0-D4C08A9C9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2070B8-AF3B-4CD4-84D4-DBD4F9FC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625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849491-49F1-4750-A292-D1F2F7CE9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A932B4-B598-443E-B233-C8E1A347ED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C5877C-D6FF-479D-96A4-8BB1FD0CB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98965A-7BD6-4D09-8A69-31CFE134A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72B955-E476-4E9B-A440-DEEAADC1D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8A9031-0810-4160-8137-59F734F07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506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C2176-4A60-4702-9FC7-9BC596F01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BF499D-5E05-4BF8-AC5C-506DECAD0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ACC080-BA6E-4DA1-BED1-25E07D56F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69E5B5-CAAC-4851-9D8D-412D64AC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FC2811-49DB-44C5-B1B0-9226B43B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8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8B0CDF2-53FE-4285-87F0-69333B4641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41F0BF-40DB-4A96-BE7D-6D22199DB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068473-5060-4537-B1F0-3CCB101A3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D4FFEE-9E60-4EC1-91B4-9DC814C4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9F003C-1D03-4CE3-BF71-5E103A2D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029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143DC93-7F00-4FA6-A9F4-F45CD7B9A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9C0BD4-0394-40B8-97EF-BED053E95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F1360E-BB44-4F2E-B13E-3E7003C54C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896FF4-2B14-4E00-8774-7A8F9DAAF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2664D7-233A-458F-AD3F-E44C5595B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88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文本框 66">
            <a:extLst>
              <a:ext uri="{FF2B5EF4-FFF2-40B4-BE49-F238E27FC236}">
                <a16:creationId xmlns:a16="http://schemas.microsoft.com/office/drawing/2014/main" id="{8DF37BC2-D60C-4FBA-8A72-13AC6983D31E}"/>
              </a:ext>
            </a:extLst>
          </p:cNvPr>
          <p:cNvSpPr txBox="1"/>
          <p:nvPr/>
        </p:nvSpPr>
        <p:spPr>
          <a:xfrm>
            <a:off x="280584" y="4445069"/>
            <a:ext cx="622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6B1EC70-5137-4FC5-8876-779C9AD7F87F}"/>
              </a:ext>
            </a:extLst>
          </p:cNvPr>
          <p:cNvSpPr txBox="1"/>
          <p:nvPr/>
        </p:nvSpPr>
        <p:spPr>
          <a:xfrm>
            <a:off x="1009029" y="4445069"/>
            <a:ext cx="11465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Ground Truth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E855B08-7365-4DBC-98E4-0BD4CF1089CE}"/>
              </a:ext>
            </a:extLst>
          </p:cNvPr>
          <p:cNvSpPr txBox="1"/>
          <p:nvPr/>
        </p:nvSpPr>
        <p:spPr>
          <a:xfrm>
            <a:off x="2210278" y="4445069"/>
            <a:ext cx="7344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ASP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E09D4EB-15B8-4D48-9C0C-4FF29D36CC8C}"/>
              </a:ext>
            </a:extLst>
          </p:cNvPr>
          <p:cNvSpPr txBox="1"/>
          <p:nvPr/>
        </p:nvSpPr>
        <p:spPr>
          <a:xfrm>
            <a:off x="2996107" y="4445069"/>
            <a:ext cx="11465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SIM-GAN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2A970D9B-8728-427E-9A7B-EAACFF3DA0BF}"/>
              </a:ext>
            </a:extLst>
          </p:cNvPr>
          <p:cNvSpPr txBox="1"/>
          <p:nvPr/>
        </p:nvSpPr>
        <p:spPr>
          <a:xfrm>
            <a:off x="3925219" y="4445069"/>
            <a:ext cx="12760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PyramidPix2pix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BF267AB-B7D0-49D7-9B6E-C2CBA9D26E6E}"/>
              </a:ext>
            </a:extLst>
          </p:cNvPr>
          <p:cNvSpPr txBox="1"/>
          <p:nvPr/>
        </p:nvSpPr>
        <p:spPr>
          <a:xfrm>
            <a:off x="4918084" y="4445069"/>
            <a:ext cx="12760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 err="1">
                <a:latin typeface="Arial" panose="020B0604020202020204" pitchFamily="34" charset="0"/>
                <a:cs typeface="Arial" panose="020B0604020202020204" pitchFamily="34" charset="0"/>
              </a:rPr>
              <a:t>TDKStain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453876F-0BC3-4C88-9AF3-8605940048F9}"/>
              </a:ext>
            </a:extLst>
          </p:cNvPr>
          <p:cNvSpPr txBox="1"/>
          <p:nvPr/>
        </p:nvSpPr>
        <p:spPr>
          <a:xfrm>
            <a:off x="6020865" y="4445069"/>
            <a:ext cx="97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 err="1">
                <a:latin typeface="Arial" panose="020B0604020202020204" pitchFamily="34" charset="0"/>
                <a:cs typeface="Arial" panose="020B0604020202020204" pitchFamily="34" charset="0"/>
              </a:rPr>
              <a:t>HistDiST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1E3F5194-B74A-4B71-8B84-11CB5D212234}"/>
              </a:ext>
            </a:extLst>
          </p:cNvPr>
          <p:cNvSpPr txBox="1"/>
          <p:nvPr/>
        </p:nvSpPr>
        <p:spPr>
          <a:xfrm>
            <a:off x="6903814" y="4445069"/>
            <a:ext cx="12760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 err="1">
                <a:latin typeface="Arial" panose="020B0604020202020204" pitchFamily="34" charset="0"/>
                <a:cs typeface="Arial" panose="020B0604020202020204" pitchFamily="34" charset="0"/>
              </a:rPr>
              <a:t>UNIStainNet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C94907BA-E551-4125-9762-E5254C9A4502}"/>
              </a:ext>
            </a:extLst>
          </p:cNvPr>
          <p:cNvSpPr txBox="1"/>
          <p:nvPr/>
        </p:nvSpPr>
        <p:spPr>
          <a:xfrm>
            <a:off x="8092351" y="4445069"/>
            <a:ext cx="972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Pix2pix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83A9F6E-D89E-46F6-8729-A0EE433E0BB0}"/>
              </a:ext>
            </a:extLst>
          </p:cNvPr>
          <p:cNvSpPr txBox="1"/>
          <p:nvPr/>
        </p:nvSpPr>
        <p:spPr>
          <a:xfrm>
            <a:off x="9874820" y="4445069"/>
            <a:ext cx="12760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Pix2pix w/ ours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39FEE86-4B20-4C27-8674-AE1C2F37A1B5}"/>
              </a:ext>
            </a:extLst>
          </p:cNvPr>
          <p:cNvSpPr txBox="1"/>
          <p:nvPr/>
        </p:nvSpPr>
        <p:spPr>
          <a:xfrm>
            <a:off x="8990317" y="4445069"/>
            <a:ext cx="1074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Pix2pixHD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A56AC14-4334-4C0F-B32D-1F8A76CB4092}"/>
              </a:ext>
            </a:extLst>
          </p:cNvPr>
          <p:cNvSpPr txBox="1"/>
          <p:nvPr/>
        </p:nvSpPr>
        <p:spPr>
          <a:xfrm>
            <a:off x="10855547" y="4445069"/>
            <a:ext cx="1315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Pix2pixHD w/ ours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F42BF99B-5099-4ADA-B9BD-6DE42EB94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7" y="4701120"/>
            <a:ext cx="972000" cy="972000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6B88FB3B-F088-4079-B100-BFFC38124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642" y="4701120"/>
            <a:ext cx="972000" cy="972000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30ECA874-4DA7-4B2B-8C84-7FC19E9D39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507" y="4701120"/>
            <a:ext cx="972000" cy="972000"/>
          </a:xfrm>
          <a:prstGeom prst="rect">
            <a:avLst/>
          </a:pr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3CC6B064-3E3B-48BF-8F50-0C05EE22D0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372" y="4701120"/>
            <a:ext cx="972000" cy="972000"/>
          </a:xfrm>
          <a:prstGeom prst="rect">
            <a:avLst/>
          </a:prstGeom>
        </p:spPr>
      </p:pic>
      <p:pic>
        <p:nvPicPr>
          <p:cNvPr id="86" name="图片 85">
            <a:extLst>
              <a:ext uri="{FF2B5EF4-FFF2-40B4-BE49-F238E27FC236}">
                <a16:creationId xmlns:a16="http://schemas.microsoft.com/office/drawing/2014/main" id="{19F12F93-CAD3-4FF5-85AF-0283E6C5B8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237" y="4701120"/>
            <a:ext cx="972000" cy="972000"/>
          </a:xfrm>
          <a:prstGeom prst="rect">
            <a:avLst/>
          </a:prstGeom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4913425E-ADBC-4813-A4D3-572624B57C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102" y="4701120"/>
            <a:ext cx="972000" cy="972000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1900BF2F-BB5E-42AD-BC4F-8659D79E46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967" y="4701120"/>
            <a:ext cx="972000" cy="972000"/>
          </a:xfrm>
          <a:prstGeom prst="rect">
            <a:avLst/>
          </a:prstGeom>
        </p:spPr>
      </p:pic>
      <p:pic>
        <p:nvPicPr>
          <p:cNvPr id="92" name="图片 91">
            <a:extLst>
              <a:ext uri="{FF2B5EF4-FFF2-40B4-BE49-F238E27FC236}">
                <a16:creationId xmlns:a16="http://schemas.microsoft.com/office/drawing/2014/main" id="{6960AB18-27F8-4CD0-A612-627839B396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832" y="4701120"/>
            <a:ext cx="972000" cy="972000"/>
          </a:xfrm>
          <a:prstGeom prst="rect">
            <a:avLst/>
          </a:prstGeom>
        </p:spPr>
      </p:pic>
      <p:pic>
        <p:nvPicPr>
          <p:cNvPr id="94" name="图片 93">
            <a:extLst>
              <a:ext uri="{FF2B5EF4-FFF2-40B4-BE49-F238E27FC236}">
                <a16:creationId xmlns:a16="http://schemas.microsoft.com/office/drawing/2014/main" id="{7459E15A-07CB-4A4C-A4E8-951BB4542C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697" y="4701120"/>
            <a:ext cx="972000" cy="972000"/>
          </a:xfrm>
          <a:prstGeom prst="rect">
            <a:avLst/>
          </a:prstGeom>
        </p:spPr>
      </p:pic>
      <p:pic>
        <p:nvPicPr>
          <p:cNvPr id="96" name="图片 95">
            <a:extLst>
              <a:ext uri="{FF2B5EF4-FFF2-40B4-BE49-F238E27FC236}">
                <a16:creationId xmlns:a16="http://schemas.microsoft.com/office/drawing/2014/main" id="{C2870018-32E0-4109-BA14-5AD397851A9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1562" y="4701120"/>
            <a:ext cx="972000" cy="972000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F0F3C340-FF45-4601-AD1D-BE04785436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4427" y="4701120"/>
            <a:ext cx="972000" cy="972000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0E7BA002-0B25-4D7A-9123-1EF9973834C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291" y="4701120"/>
            <a:ext cx="972000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746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weiping</dc:creator>
  <cp:lastModifiedBy>weiping</cp:lastModifiedBy>
  <cp:revision>2</cp:revision>
  <dcterms:created xsi:type="dcterms:W3CDTF">2026-09-28T13:53:47Z</dcterms:created>
  <dcterms:modified xsi:type="dcterms:W3CDTF">2026-09-30T13:23:14Z</dcterms:modified>
</cp:coreProperties>
</file>